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39746eda7348dc" /><Relationship Type="http://schemas.openxmlformats.org/officeDocument/2006/relationships/extended-properties" Target="/docProps/app.xml" Id="R1c24a4527aea4f86" /><Relationship Type="http://schemas.openxmlformats.org/officeDocument/2006/relationships/officeDocument" Target="/ppt/presentation.xml" Id="Rde182978b56049f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d4e1c6be0394b65"/>
  </p:sldMasterIdLst>
  <p:notesMasterIdLst>
    <p:notesMasterId xmlns:r="http://schemas.openxmlformats.org/officeDocument/2006/relationships" r:id="R78924e6ff89c4efa"/>
  </p:notesMasterIdLst>
  <p:sldIdLst>
    <p:sldId xmlns:r="http://schemas.openxmlformats.org/officeDocument/2006/relationships" id="256" r:id="R9cd2b8bb23e0475d"/>
    <p:sldId xmlns:r="http://schemas.openxmlformats.org/officeDocument/2006/relationships" id="257" r:id="Rbf8af9a64fe44853"/>
    <p:sldId xmlns:r="http://schemas.openxmlformats.org/officeDocument/2006/relationships" id="258" r:id="R99b32fac0f15492f"/>
    <p:sldId xmlns:r="http://schemas.openxmlformats.org/officeDocument/2006/relationships" id="259" r:id="R12192911696c438a"/>
    <p:sldId xmlns:r="http://schemas.openxmlformats.org/officeDocument/2006/relationships" id="260" r:id="R234e169593354e58"/>
    <p:sldId xmlns:r="http://schemas.openxmlformats.org/officeDocument/2006/relationships" id="261" r:id="Rc3be76e37bfe4b1d"/>
    <p:sldId xmlns:r="http://schemas.openxmlformats.org/officeDocument/2006/relationships" id="262" r:id="R7272ee4df3cc48c9"/>
    <p:sldId xmlns:r="http://schemas.openxmlformats.org/officeDocument/2006/relationships" id="263" r:id="R5b984fbdf90647f2"/>
  </p:sldIdLst>
  <p:sldSz cx="9144000" cy="5143500"/>
  <p:notesSz cx="6858000" cy="9144000"/>
  <p:embeddedFontLst>
    <p:embeddedFont>
      <p:font typeface="Roboto"/>
      <p:regular xmlns:r="http://schemas.openxmlformats.org/officeDocument/2006/relationships" r:id="R767b4376dc734bcc"/>
      <p:bold xmlns:r="http://schemas.openxmlformats.org/officeDocument/2006/relationships" r:id="Rad4875e0cc934585"/>
      <p:italic xmlns:r="http://schemas.openxmlformats.org/officeDocument/2006/relationships" r:id="R1cd09ba88b924cd8"/>
      <p:boldItalic xmlns:r="http://schemas.openxmlformats.org/officeDocument/2006/relationships" r:id="R77780374616c4fed"/>
    </p:embeddedFont>
    <p:embeddedFont>
      <p:font typeface="Noto Sans JP"/>
      <p:regular xmlns:r="http://schemas.openxmlformats.org/officeDocument/2006/relationships" r:id="Rec76903c0e274332"/>
      <p:bold xmlns:r="http://schemas.openxmlformats.org/officeDocument/2006/relationships" r:id="R2c28d950adcf4ea9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4a299a4ac54539" /><Relationship Type="http://schemas.openxmlformats.org/officeDocument/2006/relationships/slideMaster" Target="/ppt/slideMasters/slideMaster1.xml" Id="R7d4e1c6be0394b65" /><Relationship Type="http://schemas.openxmlformats.org/officeDocument/2006/relationships/notesMaster" Target="/ppt/notesMasters/notesMaster1.xml" Id="R78924e6ff89c4efa" /><Relationship Type="http://schemas.openxmlformats.org/officeDocument/2006/relationships/presProps" Target="/ppt/presProps.xml" Id="R8facba77fc914e72" /><Relationship Type="http://schemas.openxmlformats.org/officeDocument/2006/relationships/tableStyles" Target="/ppt/tableStyles.xml" Id="Rf4f0381b23e04131" /><Relationship Type="http://schemas.openxmlformats.org/officeDocument/2006/relationships/font" Target="/ppt/fonts/font.dat" Id="R767b4376dc734bcc" /><Relationship Type="http://schemas.openxmlformats.org/officeDocument/2006/relationships/font" Target="/ppt/fonts/font2.dat" Id="Rad4875e0cc934585" /><Relationship Type="http://schemas.openxmlformats.org/officeDocument/2006/relationships/font" Target="/ppt/fonts/font3.dat" Id="R1cd09ba88b924cd8" /><Relationship Type="http://schemas.openxmlformats.org/officeDocument/2006/relationships/font" Target="/ppt/fonts/font4.dat" Id="R77780374616c4fed" /><Relationship Type="http://schemas.openxmlformats.org/officeDocument/2006/relationships/font" Target="/ppt/fonts/font5.dat" Id="Rec76903c0e274332" /><Relationship Type="http://schemas.openxmlformats.org/officeDocument/2006/relationships/font" Target="/ppt/fonts/font6.dat" Id="R2c28d950adcf4ea9" /><Relationship Type="http://schemas.openxmlformats.org/officeDocument/2006/relationships/slide" Target="/ppt/slides/slide1.xml" Id="R9cd2b8bb23e0475d" /><Relationship Type="http://schemas.openxmlformats.org/officeDocument/2006/relationships/slide" Target="/ppt/slides/slide2.xml" Id="Rbf8af9a64fe44853" /><Relationship Type="http://schemas.openxmlformats.org/officeDocument/2006/relationships/slide" Target="/ppt/slides/slide3.xml" Id="R99b32fac0f15492f" /><Relationship Type="http://schemas.openxmlformats.org/officeDocument/2006/relationships/slide" Target="/ppt/slides/slide4.xml" Id="R12192911696c438a" /><Relationship Type="http://schemas.openxmlformats.org/officeDocument/2006/relationships/slide" Target="/ppt/slides/slide5.xml" Id="R234e169593354e58" /><Relationship Type="http://schemas.openxmlformats.org/officeDocument/2006/relationships/slide" Target="/ppt/slides/slide6.xml" Id="Rc3be76e37bfe4b1d" /><Relationship Type="http://schemas.openxmlformats.org/officeDocument/2006/relationships/slide" Target="/ppt/slides/slide7.xml" Id="R7272ee4df3cc48c9" /><Relationship Type="http://schemas.openxmlformats.org/officeDocument/2006/relationships/slide" Target="/ppt/slides/slide8.xml" Id="R5b984fbdf906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eebd3c17c24b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357edafeb48c0" /><Relationship Type="http://schemas.openxmlformats.org/officeDocument/2006/relationships/notesMaster" Target="/ppt/notesMasters/notesMaster1.xml" Id="Rf596fdec265748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de75d020b4416b" /><Relationship Type="http://schemas.openxmlformats.org/officeDocument/2006/relationships/notesMaster" Target="/ppt/notesMasters/notesMaster1.xml" Id="R09cd4ed3f22943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74af46752d4c85" /><Relationship Type="http://schemas.openxmlformats.org/officeDocument/2006/relationships/notesMaster" Target="/ppt/notesMasters/notesMaster1.xml" Id="Ra6f2578ae0d947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6ad0a55c2d4f61" /><Relationship Type="http://schemas.openxmlformats.org/officeDocument/2006/relationships/notesMaster" Target="/ppt/notesMasters/notesMaster1.xml" Id="Rdc2781aebeca43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f51c51eec447d2" /><Relationship Type="http://schemas.openxmlformats.org/officeDocument/2006/relationships/notesMaster" Target="/ppt/notesMasters/notesMaster1.xml" Id="R8bd18a52b949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0c1c47b2624589" /><Relationship Type="http://schemas.openxmlformats.org/officeDocument/2006/relationships/notesMaster" Target="/ppt/notesMasters/notesMaster1.xml" Id="R0f104a22614142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0dd4933fdc4ad2" /><Relationship Type="http://schemas.openxmlformats.org/officeDocument/2006/relationships/notesMaster" Target="/ppt/notesMasters/notesMaster1.xml" Id="Re74986e6e77b46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4939704d9d4ad9" /><Relationship Type="http://schemas.openxmlformats.org/officeDocument/2006/relationships/notesMaster" Target="/ppt/notesMasters/notesMaster1.xml" Id="R91170cef842645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4a58e7d484ac7" /><Relationship Type="http://schemas.openxmlformats.org/officeDocument/2006/relationships/image" Target="/ppt/media/image.png" Id="R7b86524f72e244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c2b61cd71484c" /><Relationship Type="http://schemas.openxmlformats.org/officeDocument/2006/relationships/image" Target="/ppt/media/image.png" Id="R949e5f4b148e4c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c0da029614b91" /><Relationship Type="http://schemas.openxmlformats.org/officeDocument/2006/relationships/image" Target="/ppt/media/image.png" Id="R9b8c0b37265d47ba" /><Relationship Type="http://schemas.openxmlformats.org/officeDocument/2006/relationships/image" Target="/ppt/media/image2.png" Id="R22a3f4dbeb7043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849a22afc4beb" /><Relationship Type="http://schemas.openxmlformats.org/officeDocument/2006/relationships/image" Target="/ppt/media/image.png" Id="R023f60333cff41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0c7953e404910" /><Relationship Type="http://schemas.openxmlformats.org/officeDocument/2006/relationships/image" Target="/ppt/media/image.png" Id="R8611af8cb63145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6952a0ad34398" /><Relationship Type="http://schemas.openxmlformats.org/officeDocument/2006/relationships/image" Target="/ppt/media/image.png" Id="Rf759ae7a5f504d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c6277544d4b2d" /><Relationship Type="http://schemas.openxmlformats.org/officeDocument/2006/relationships/image" Target="/ppt/media/image.png" Id="R386f32d1747b4b6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7f87657ab49d2" /><Relationship Type="http://schemas.openxmlformats.org/officeDocument/2006/relationships/image" Target="/ppt/media/image.png" Id="R386e0827d6b7491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5f47f0d2d4917" /><Relationship Type="http://schemas.openxmlformats.org/officeDocument/2006/relationships/image" Target="/ppt/media/image.png" Id="R5abe17b233df44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37de250c448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de39abe2040b6" /></Relationships>
</file>

<file path=ppt/slideLayouts/slideLayout1.xml><?xml version="1.0" encoding="utf-8"?>
<p:sldLayout xmlns:p="http://schemas.openxmlformats.org/presentationml/2006/main" matchingName="表紙-matsulab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" name="Google Shape;7;p2"/>
          <p:cNvCxnSpPr/>
          <p:nvPr/>
        </p:nvCxnSpPr>
        <p:spPr>
          <a:xfrm xmlns:a="http://schemas.openxmlformats.org/drawingml/2006/main" rot="10800000" flipH="1">
            <a:off x="430200" y="2515500"/>
            <a:ext cx="8294700" cy="81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D9EAD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;p2">
            <a:extLst xmlns:a="http://schemas.openxmlformats.org/drawingml/2006/main">
              <a:ext uri="{FF2B5EF4-FFF2-40B4-BE49-F238E27FC236}">
                <a16:creationId xmlns:a16="http://schemas.microsoft.com/office/drawing/2014/main" id="{05F1EEBB-87AD-46B4-830F-892CE01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800" y="2095500"/>
            <a:ext cx="254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9" name="Google Shape;10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6524f72e244a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773012" y="2606300"/>
            <a:ext cx="491101" cy="4911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9DB651E5-38E5-402F-B98C-690AE2BD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7837" y="2606288"/>
            <a:ext cx="1448700" cy="4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2BD35"/>
                </a:solidFill>
              </a:rPr>
              <a:t>matsulab</a:t>
            </a: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D7C197BD-AB1A-4CA1-9AE2-EBEA95886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27013" y="1239400"/>
            <a:ext cx="6745500" cy="119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Noto Sans JP"/>
                <a:ea typeface="Noto Sans JP"/>
                <a:cs typeface="Noto Sans JP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目次-matsulab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22538D27-483B-404A-91F1-94880561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1807025"/>
            <a:ext cx="1954800" cy="64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rgbClr val="333333"/>
                </a:solidFill>
              </a:rPr>
              <a:t>contents</a:t>
            </a:r>
          </a:p>
        </p:txBody>
      </p:sp>
      <p:cxnSp>
        <p:nvCxnSpPr>
          <p:cNvPr id="15" name="Google Shape;15;p3"/>
          <p:cNvCxnSpPr/>
          <p:nvPr/>
        </p:nvCxnSpPr>
        <p:spPr>
          <a:xfrm xmlns:a="http://schemas.openxmlformats.org/drawingml/2006/main" rot="10800000" flipH="1">
            <a:off x="541125" y="2523125"/>
            <a:ext cx="3205500" cy="3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D9EAD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Google Shape;17;p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e5f4b148e4c2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65828" y="4699011"/>
            <a:ext cx="335814" cy="3358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F469A675-1065-49F8-B708-0A873F94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471" y="4699022"/>
            <a:ext cx="780967" cy="335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00" tIns="62500" rIns="62500" bIns="625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>
                <a:solidFill>
                  <a:srgbClr val="D9EAD3"/>
                </a:solidFill>
              </a:rPr>
              <a:t>matsulab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タイトル-matsulab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9AD7D93F-370D-4FC7-9BF2-071966A33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550" y="266100"/>
            <a:ext cx="4985100" cy="4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cxnSp>
        <p:nvCxnSpPr>
          <p:cNvPr id="21" name="Google Shape;21;p4"/>
          <p:cNvCxnSpPr/>
          <p:nvPr/>
        </p:nvCxnSpPr>
        <p:spPr>
          <a:xfrm xmlns:a="http://schemas.openxmlformats.org/drawingml/2006/main" rot="10800000" flipH="1">
            <a:off x="177500" y="706800"/>
            <a:ext cx="8639100" cy="9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D9EAD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6A3CF1D7-0680-4591-BECF-D34DB4B32EBE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922650" y="982350"/>
            <a:ext cx="7298700" cy="55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23" name="Google Shape;24;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c0b37265d47b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65828" y="4699011"/>
            <a:ext cx="335814" cy="3358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BA8F8D57-FED8-4660-A1CC-408894EC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471" y="4699022"/>
            <a:ext cx="780967" cy="335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00" tIns="62500" rIns="62500" bIns="625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>
                <a:solidFill>
                  <a:srgbClr val="D9EAD3"/>
                </a:solidFill>
              </a:rPr>
              <a:t>matsulab</a:t>
            </a:r>
          </a:p>
        </p:txBody>
      </p:sp>
      <p:pic>
        <p:nvPicPr>
          <p:cNvPr id="26" name="Google Shape;26;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3f4dbeb7043f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"/>
            <a:ext cx="664950" cy="716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タイトル-matsulab2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74406221-9AB1-4673-ABCC-4CC7BED8C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1900" y="137575"/>
            <a:ext cx="4985100" cy="4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cxnSp>
        <p:nvCxnSpPr>
          <p:cNvPr id="29" name="Google Shape;29;p5"/>
          <p:cNvCxnSpPr/>
          <p:nvPr/>
        </p:nvCxnSpPr>
        <p:spPr>
          <a:xfrm xmlns:a="http://schemas.openxmlformats.org/drawingml/2006/main">
            <a:off x="119400" y="587575"/>
            <a:ext cx="8905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7FFC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" name="Google Shape;31;p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f60333cff412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966802" y="194674"/>
            <a:ext cx="335814" cy="3358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E345007E-8B45-4278-AF72-A41C772B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3621" y="194673"/>
            <a:ext cx="780967" cy="33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00" tIns="62500" rIns="62500" bIns="625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>
                <a:solidFill>
                  <a:srgbClr val="02BD35"/>
                </a:solidFill>
              </a:rPr>
              <a:t>matsulab</a:t>
            </a:r>
          </a:p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05BE7D9D-4DC8-4629-A7F7-0C9FA7E61E47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922650" y="807925"/>
            <a:ext cx="7298700" cy="55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matsulab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36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1af8cb63145e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65828" y="4699011"/>
            <a:ext cx="335814" cy="3358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D9D7C3F0-3AF6-45AC-85FD-4A3E65D0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471" y="4699022"/>
            <a:ext cx="780967" cy="335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00" tIns="62500" rIns="62500" bIns="625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>
                <a:solidFill>
                  <a:srgbClr val="D9EAD3"/>
                </a:solidFill>
              </a:rPr>
              <a:t>matsulab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matsulab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40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9ae7a5f504dc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65828" y="4699011"/>
            <a:ext cx="335814" cy="3358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E574B3FF-CCA3-4CBD-8512-BFA18C37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471" y="4699022"/>
            <a:ext cx="780967" cy="335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00" tIns="62500" rIns="62500" bIns="625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>
                <a:solidFill>
                  <a:srgbClr val="D9EAD3"/>
                </a:solidFill>
              </a:rPr>
              <a:t>matsulab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無地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44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f32d1747b4b6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65828" y="4699011"/>
            <a:ext cx="335814" cy="3358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Google Shape;45;p8">
            <a:extLst xmlns:a="http://schemas.openxmlformats.org/drawingml/2006/main">
              <a:ext uri="{FF2B5EF4-FFF2-40B4-BE49-F238E27FC236}">
                <a16:creationId xmlns:a16="http://schemas.microsoft.com/office/drawing/2014/main" id="{9C9F3430-E7D8-416B-B4A3-E7ECFD8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471" y="4699022"/>
            <a:ext cx="780967" cy="335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00" tIns="62500" rIns="62500" bIns="625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>
                <a:solidFill>
                  <a:srgbClr val="02BD35"/>
                </a:solidFill>
              </a:rPr>
              <a:t>matsulab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matsulab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48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e0827d6b7491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65828" y="90311"/>
            <a:ext cx="335814" cy="3358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21B265EA-32DA-4C13-BB91-D01470C8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471" y="90322"/>
            <a:ext cx="780967" cy="335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00" tIns="62500" rIns="62500" bIns="625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>
                <a:solidFill>
                  <a:srgbClr val="D9EAD3"/>
                </a:solidFill>
              </a:rPr>
              <a:t>matsulab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matsulab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52;p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e17b233df448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65828" y="90311"/>
            <a:ext cx="335814" cy="3358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3" name="Google Shape;53;p10">
            <a:extLst xmlns:a="http://schemas.openxmlformats.org/drawingml/2006/main">
              <a:ext uri="{FF2B5EF4-FFF2-40B4-BE49-F238E27FC236}">
                <a16:creationId xmlns:a16="http://schemas.microsoft.com/office/drawing/2014/main" id="{83385692-0916-456E-BB43-E58F1FA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471" y="90322"/>
            <a:ext cx="780967" cy="335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00" tIns="62500" rIns="62500" bIns="625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>
                <a:solidFill>
                  <a:srgbClr val="02BD35"/>
                </a:solidFill>
              </a:rPr>
              <a:t>matsulab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無地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matchingName="無地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975c2bdf0f4bdf" /><Relationship Type="http://schemas.openxmlformats.org/officeDocument/2006/relationships/slideLayout" Target="/ppt/slideLayouts/slideLayout1.xml" Id="R01c6c58544184ab5" /><Relationship Type="http://schemas.openxmlformats.org/officeDocument/2006/relationships/slideLayout" Target="/ppt/slideLayouts/slideLayout2.xml" Id="Rdb4cb2f9d07247fb" /><Relationship Type="http://schemas.openxmlformats.org/officeDocument/2006/relationships/slideLayout" Target="/ppt/slideLayouts/slideLayout3.xml" Id="R042786bc1ef14a7e" /><Relationship Type="http://schemas.openxmlformats.org/officeDocument/2006/relationships/slideLayout" Target="/ppt/slideLayouts/slideLayout4.xml" Id="R4dda3c37891140c8" /><Relationship Type="http://schemas.openxmlformats.org/officeDocument/2006/relationships/slideLayout" Target="/ppt/slideLayouts/slideLayout5.xml" Id="R0704cb613ccd425b" /><Relationship Type="http://schemas.openxmlformats.org/officeDocument/2006/relationships/slideLayout" Target="/ppt/slideLayouts/slideLayout6.xml" Id="Rc05d7a2300714060" /><Relationship Type="http://schemas.openxmlformats.org/officeDocument/2006/relationships/slideLayout" Target="/ppt/slideLayouts/slideLayout7.xml" Id="Raa04e3fb1337463e" /><Relationship Type="http://schemas.openxmlformats.org/officeDocument/2006/relationships/slideLayout" Target="/ppt/slideLayouts/slideLayout8.xml" Id="R3735158b543d443f" /><Relationship Type="http://schemas.openxmlformats.org/officeDocument/2006/relationships/slideLayout" Target="/ppt/slideLayouts/slideLayout9.xml" Id="R27980d76e93044e1" /><Relationship Type="http://schemas.openxmlformats.org/officeDocument/2006/relationships/slideLayout" Target="/ppt/slideLayouts/slideLayout10.xml" Id="R2332b83b6e344860" /><Relationship Type="http://schemas.openxmlformats.org/officeDocument/2006/relationships/slideLayout" Target="/ppt/slideLayouts/slideLayout11.xml" Id="R1659164e30f54ed7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c6c58544184ab5"/>
    <p:sldLayoutId xmlns:r="http://schemas.openxmlformats.org/officeDocument/2006/relationships" id="2147483650" r:id="Rdb4cb2f9d07247fb"/>
    <p:sldLayoutId xmlns:r="http://schemas.openxmlformats.org/officeDocument/2006/relationships" id="2147483651" r:id="R042786bc1ef14a7e"/>
    <p:sldLayoutId xmlns:r="http://schemas.openxmlformats.org/officeDocument/2006/relationships" id="2147483652" r:id="R4dda3c37891140c8"/>
    <p:sldLayoutId xmlns:r="http://schemas.openxmlformats.org/officeDocument/2006/relationships" id="2147483653" r:id="R0704cb613ccd425b"/>
    <p:sldLayoutId xmlns:r="http://schemas.openxmlformats.org/officeDocument/2006/relationships" id="2147483654" r:id="Rc05d7a2300714060"/>
    <p:sldLayoutId xmlns:r="http://schemas.openxmlformats.org/officeDocument/2006/relationships" id="2147483655" r:id="Raa04e3fb1337463e"/>
    <p:sldLayoutId xmlns:r="http://schemas.openxmlformats.org/officeDocument/2006/relationships" id="2147483656" r:id="R3735158b543d443f"/>
    <p:sldLayoutId xmlns:r="http://schemas.openxmlformats.org/officeDocument/2006/relationships" id="2147483657" r:id="R27980d76e93044e1"/>
    <p:sldLayoutId xmlns:r="http://schemas.openxmlformats.org/officeDocument/2006/relationships" id="2147483658" r:id="R2332b83b6e344860"/>
    <p:sldLayoutId xmlns:r="http://schemas.openxmlformats.org/officeDocument/2006/relationships" id="2147483659" r:id="R1659164e30f54ed7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03e42bbb24642" /><Relationship Type="http://schemas.openxmlformats.org/officeDocument/2006/relationships/notesSlide" Target="/ppt/notesSlides/notesSlide1.xml" Id="R721a583f046848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d606edb1ef42dd" /><Relationship Type="http://schemas.openxmlformats.org/officeDocument/2006/relationships/notesSlide" Target="/ppt/notesSlides/notesSlide2.xml" Id="R78599bdb68c24d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11a7db661d4061" /><Relationship Type="http://schemas.openxmlformats.org/officeDocument/2006/relationships/image" Target="/ppt/media/image.jpeg" Id="R4e61f75b7c5c4b13" /><Relationship Type="http://schemas.openxmlformats.org/officeDocument/2006/relationships/notesSlide" Target="/ppt/notesSlides/notesSlide3.xml" Id="R5d1ec102299f44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77098dd8aa4caf" /><Relationship Type="http://schemas.openxmlformats.org/officeDocument/2006/relationships/notesSlide" Target="/ppt/notesSlides/notesSlide4.xml" Id="R08a49b4a26d046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89f87a24b948e1" /><Relationship Type="http://schemas.openxmlformats.org/officeDocument/2006/relationships/notesSlide" Target="/ppt/notesSlides/notesSlide5.xml" Id="R54e4db6ca22e40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1e4beb9f744953" /><Relationship Type="http://schemas.openxmlformats.org/officeDocument/2006/relationships/image" Target="/ppt/media/image2.jpeg" Id="Redcc016e1bbf4b5a" /><Relationship Type="http://schemas.openxmlformats.org/officeDocument/2006/relationships/notesSlide" Target="/ppt/notesSlides/notesSlide6.xml" Id="R980127164e944a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774256e9754e48" /><Relationship Type="http://schemas.openxmlformats.org/officeDocument/2006/relationships/notesSlide" Target="/ppt/notesSlides/notesSlide7.xml" Id="Rfd4b0f007db14e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da2fcf97e247e4" /><Relationship Type="http://schemas.openxmlformats.org/officeDocument/2006/relationships/image" Target="/ppt/media/image3.png" Id="R0741778f6b1d4d78" /><Relationship Type="http://schemas.openxmlformats.org/officeDocument/2006/relationships/notesSlide" Target="/ppt/notesSlides/notesSlide8.xml" Id="R180d25e80c8f4f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1E6FC5-1601-412F-B007-206F12A9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3" y="1000000"/>
            <a:ext cx="6745500" cy="1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AIでWebサイトづくり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700235-725E-4975-8179-BBF6DA8C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23" y="1952625"/>
            <a:ext cx="674551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みんなのアイデアで、今から変わる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CFBF377-A17B-438B-A68F-F5BEA09B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3" y="3400000"/>
            <a:ext cx="67455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B7B7B7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B7B7B7"/>
                </a:solidFill>
                <a:latin typeface="Noto Sans JP"/>
                <a:ea typeface="Noto Sans JP"/>
                <a:cs typeface="Noto Sans JP"/>
              </a:rPr>
              <a:t>千葉日大一中 1年生 ｜ 2026年7月10日</a:t>
            </a:r>
          </a:p>
        </p:txBody>
      </p:sp>
    </p:spTree>
    <p:extLst>
      <p:ext uri="{BB962C8B-B14F-4D97-AF65-F5344CB8AC3E}">
        <p14:creationId xmlns:p14="http://schemas.microsoft.com/office/powerpoint/2010/main" val="13849724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525960-C9C2-4B63-B6BE-F247942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050" y="1349325"/>
            <a:ext cx="4584300" cy="221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1. 今のWebサイトを見る</a:t>
            </a:r>
          </a:p>
          <a:p xmlns:a="http://schemas.openxmlformats.org/drawingml/2006/main">
            <a:pPr algn="l">
              <a:buNone/>
              <a:defRPr sz="2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2. 学校のことを教えて！</a:t>
            </a:r>
          </a:p>
          <a:p xmlns:a="http://schemas.openxmlformats.org/drawingml/2006/main">
            <a:pPr algn="l">
              <a:buNone/>
              <a:defRPr sz="2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3. AIといっしょに変える</a:t>
            </a:r>
          </a:p>
          <a:p xmlns:a="http://schemas.openxmlformats.org/drawingml/2006/main">
            <a:pPr algn="l">
              <a:buNone/>
              <a:defRPr sz="2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4. スマホで見てみる</a:t>
            </a:r>
          </a:p>
        </p:txBody>
      </p:sp>
    </p:spTree>
    <p:extLst>
      <p:ext uri="{BB962C8B-B14F-4D97-AF65-F5344CB8AC3E}">
        <p14:creationId xmlns:p14="http://schemas.microsoft.com/office/powerpoint/2010/main" val="20886012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28DE05-F21E-4002-BE09-AFCA5B6545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566" y="266129"/>
            <a:ext cx="4985099" cy="449961"/>
          </a:xfrm>
        </p:spPr>
        <p:txBody>
          <a:bodyPr xmlns:a="http://schemas.openxmlformats.org/drawingml/2006/main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今のサイトを見てみよう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E2D627-F5F8-4DAB-B5F8-B7352A92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350"/>
            <a:ext cx="720600" cy="6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1．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1f75b7c5c4b13"/>
          <a:stretch xmlns:a="http://schemas.openxmlformats.org/drawingml/2006/main"/>
        </p:blipFill>
        <p:spPr>
          <a:xfrm xmlns:a="http://schemas.openxmlformats.org/drawingml/2006/main">
            <a:off x="1356644" y="914400"/>
            <a:ext cx="6430713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522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1A237A-9183-4731-AC5B-A6901CE53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566" y="266129"/>
            <a:ext cx="4985099" cy="449961"/>
          </a:xfrm>
        </p:spPr>
        <p:txBody>
          <a:bodyPr xmlns:a="http://schemas.openxmlformats.org/drawingml/2006/main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千葉日大一中のいいところ、教えて！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B87B6C-F798-4921-ADDE-8ABF42E9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350"/>
            <a:ext cx="720600" cy="6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2．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CD3C90-BC45-4F83-B9F5-0D977EC5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00" y="1600000"/>
            <a:ext cx="77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・学校の好きなところは？</a:t>
            </a:r>
          </a:p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・自慢したい行事や部活動は？</a:t>
            </a:r>
          </a:p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・どんな写真をのせたい？</a:t>
            </a:r>
          </a:p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・どんな色にしたい？</a:t>
            </a:r>
          </a:p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・ほかにも『こうしたい！』を聞かせて！</a:t>
            </a:r>
          </a:p>
        </p:txBody>
      </p:sp>
    </p:spTree>
    <p:extLst>
      <p:ext uri="{BB962C8B-B14F-4D97-AF65-F5344CB8AC3E}">
        <p14:creationId xmlns:p14="http://schemas.microsoft.com/office/powerpoint/2010/main" val="20669439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934B27-152E-45CE-B1CC-E7B0EEF69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566" y="266129"/>
            <a:ext cx="4985099" cy="449961"/>
          </a:xfrm>
        </p:spPr>
        <p:txBody>
          <a:bodyPr xmlns:a="http://schemas.openxmlformats.org/drawingml/2006/main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みんなの言葉をAIに伝えよう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3A8013-6F32-420C-8A6C-B6DA4AB8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350"/>
            <a:ext cx="720600" cy="6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3．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6D8EF2D-DD13-4C81-B311-3F822BB1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00" y="1050000"/>
            <a:ext cx="2500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B1FA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7B1FA2"/>
                </a:solidFill>
                <a:latin typeface="Noto Sans JP"/>
                <a:ea typeface="Noto Sans JP"/>
                <a:cs typeface="Noto Sans JP"/>
              </a:rPr>
              <a:t>🤖 AIにお願いする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64E883-ED6B-4797-835D-4FFA9A0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00" y="1450000"/>
            <a:ext cx="7700000" cy="1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AIへのプロンプト：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「千葉日大一中の魅力に</a:t>
            </a:r>
          </a:p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　・〇〇　・〇〇</a:t>
            </a:r>
          </a:p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を追加してください。</a:t>
            </a:r>
          </a:p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写真は〇〇、色は〇〇にしてください。」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50DBDE-6E45-462E-9BF2-F7C837AF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00" y="3000000"/>
            <a:ext cx="77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・みんなの言葉を、そのままAIに伝える</a:t>
            </a:r>
          </a:p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・AIがHTML・CSS・JavaScriptを書きかえる</a:t>
            </a:r>
          </a:p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・ブラウザを更新すると、すぐに見た目が変わる</a:t>
            </a:r>
          </a:p>
        </p:txBody>
      </p:sp>
    </p:spTree>
    <p:extLst>
      <p:ext uri="{BB962C8B-B14F-4D97-AF65-F5344CB8AC3E}">
        <p14:creationId xmlns:p14="http://schemas.microsoft.com/office/powerpoint/2010/main" val="10735568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28DE05-F21E-4002-BE09-AFCA5B6545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566" y="266129"/>
            <a:ext cx="4985099" cy="449961"/>
          </a:xfrm>
        </p:spPr>
        <p:txBody>
          <a:bodyPr xmlns:a="http://schemas.openxmlformats.org/drawingml/2006/main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ゲームもみんなで決めよう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E2D627-F5F8-4DAB-B5F8-B7352A92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350"/>
            <a:ext cx="720600" cy="6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4．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c016e1bbf4b5a"/>
          <a:stretch xmlns:a="http://schemas.openxmlformats.org/drawingml/2006/main"/>
        </p:blipFill>
        <p:spPr>
          <a:xfrm xmlns:a="http://schemas.openxmlformats.org/drawingml/2006/main">
            <a:off x="1356644" y="914400"/>
            <a:ext cx="6430713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522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934B27-152E-45CE-B1CC-E7B0EEF69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566" y="266129"/>
            <a:ext cx="4985099" cy="449961"/>
          </a:xfrm>
        </p:spPr>
        <p:txBody>
          <a:bodyPr xmlns:a="http://schemas.openxmlformats.org/drawingml/2006/main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ゲームのアイデアをAIへ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3A8013-6F32-420C-8A6C-B6DA4AB8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350"/>
            <a:ext cx="720600" cy="6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5．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6D8EF2D-DD13-4C81-B311-3F822BB1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00" y="1050000"/>
            <a:ext cx="2500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B1FA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7B1FA2"/>
                </a:solidFill>
                <a:latin typeface="Noto Sans JP"/>
                <a:ea typeface="Noto Sans JP"/>
                <a:cs typeface="Noto Sans JP"/>
              </a:rPr>
              <a:t>🤖 ゲームを変える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64E883-ED6B-4797-835D-4FFA9A0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00" y="1450000"/>
            <a:ext cx="7700000" cy="1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AIへのプロンプト：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「ミニゲームを〇〇に変えてください。</a:t>
            </a:r>
          </a:p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主人公は〇〇、集めるものは〇〇、</a:t>
            </a:r>
          </a:p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</a:rPr>
              <a:t>じゃまをするものは〇〇にしてください。」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50DBDE-6E45-462E-9BF2-F7C837AF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00" y="3000000"/>
            <a:ext cx="77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・主人公は？　動物？ ロボット？ 先生？</a:t>
            </a:r>
          </a:p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・何を集める？　何がじゃまをする？</a:t>
            </a:r>
          </a:p>
          <a:p xmlns:a="http://schemas.openxmlformats.org/drawingml/2006/main">
            <a:pPr algn="l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・ルールや色、むずかしさも変えられる</a:t>
            </a:r>
          </a:p>
        </p:txBody>
      </p:sp>
    </p:spTree>
    <p:extLst>
      <p:ext uri="{BB962C8B-B14F-4D97-AF65-F5344CB8AC3E}">
        <p14:creationId xmlns:p14="http://schemas.microsoft.com/office/powerpoint/2010/main" val="10735568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28DE05-F21E-4002-BE09-AFCA5B6545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566" y="266129"/>
            <a:ext cx="4985099" cy="449961"/>
          </a:xfrm>
        </p:spPr>
        <p:txBody>
          <a:bodyPr xmlns:a="http://schemas.openxmlformats.org/drawingml/2006/main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完成したサイトをスマホで見よう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E2D627-F5F8-4DAB-B5F8-B7352A92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350"/>
            <a:ext cx="720600" cy="6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6．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1778f6b1d4d78"/>
          <a:stretch xmlns:a="http://schemas.openxmlformats.org/drawingml/2006/main"/>
        </p:blipFill>
        <p:spPr>
          <a:xfrm xmlns:a="http://schemas.openxmlformats.org/drawingml/2006/main">
            <a:off x="1066800" y="1066800"/>
            <a:ext cx="3028950" cy="3028950"/>
          </a:xfrm>
          <a:prstGeom xmlns:a="http://schemas.openxmlformats.org/drawingml/2006/main" prst="rect">
            <a:avLst/>
          </a:prstGeom>
        </p:spPr>
      </p:pic>
      <p:sp>
        <p:nvSpPr>
          <p:cNvPr id="6" name="QR instructions">
            <a:extLst xmlns:a="http://schemas.openxmlformats.org/drawingml/2006/main">
              <a:ext uri="{FF2B5EF4-FFF2-40B4-BE49-F238E27FC236}">
                <a16:creationId xmlns:a16="http://schemas.microsoft.com/office/drawing/2014/main" id="{EA9D8ED4-BC7E-487D-A578-29BBC6A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8590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スマホのカメラを</a:t>
            </a:r>
          </a:p>
          <a:p xmlns:a="http://schemas.openxmlformats.org/drawingml/2006/main">
            <a:pPr algn="l">
              <a:defRPr sz="2400" b="1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QRコードに向けてね</a:t>
            </a:r>
          </a:p>
        </p:txBody>
      </p:sp>
      <p:sp>
        <p:nvSpPr>
          <p:cNvPr id="7" name="Published URL">
            <a:extLst xmlns:a="http://schemas.openxmlformats.org/drawingml/2006/main">
              <a:ext uri="{FF2B5EF4-FFF2-40B4-BE49-F238E27FC236}">
                <a16:creationId xmlns:a16="http://schemas.microsoft.com/office/drawing/2014/main" id="{FE5764A5-EB60-4260-87F6-F8A36491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できあがったサイトを見てみよう！</a:t>
            </a:r>
          </a:p>
          <a:p xmlns:a="http://schemas.openxmlformats.org/drawingml/2006/main">
            <a:pPr algn="l">
              <a:defRPr sz="1200">
                <a:solidFill>
                  <a:srgbClr val="333333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https://yutakajssst.github.io/highSchoolVisit/</a:t>
            </a:r>
          </a:p>
        </p:txBody>
      </p:sp>
    </p:spTree>
    <p:extLst>
      <p:ext uri="{BB962C8B-B14F-4D97-AF65-F5344CB8AC3E}">
        <p14:creationId xmlns:p14="http://schemas.microsoft.com/office/powerpoint/2010/main" val="110385226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2026-07-09T21:46:58.3340000Z</dcterms:created>
  <dcterms:modified xsi:type="dcterms:W3CDTF">2026-07-09T21:46:58.3340000Z</dcterms:modified>
</coreProperties>
</file>